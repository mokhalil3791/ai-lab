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/>
  </p:normalViewPr>
  <p:slideViewPr>
    <p:cSldViewPr snapToGrid="0">
      <p:cViewPr varScale="1">
        <p:scale>
          <a:sx n="48" d="100"/>
          <a:sy n="48" d="100"/>
        </p:scale>
        <p:origin x="76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2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9B8B2-E502-4346-A2C4-B5D7B3866A47}" type="datetimeFigureOut">
              <a:rPr lang="en-GB" smtClean="0"/>
              <a:t>28/11/2025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DEE86-6240-4C91-9195-1DD56CA6AE1F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038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23DA9-8EEA-4442-AD04-D20FEB943E53}" type="datetimeFigureOut">
              <a:rPr lang="en-GB" smtClean="0"/>
              <a:t>28/11/2025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Klik om de modelstijlen te bewerken</a:t>
            </a:r>
          </a:p>
          <a:p>
            <a:pPr lvl="1"/>
            <a:r>
              <a:rPr lang="en-GB"/>
              <a:t>Tweede niveau</a:t>
            </a:r>
          </a:p>
          <a:p>
            <a:pPr lvl="2"/>
            <a:r>
              <a:rPr lang="en-GB"/>
              <a:t>Derde niveau</a:t>
            </a:r>
          </a:p>
          <a:p>
            <a:pPr lvl="3"/>
            <a:r>
              <a:rPr lang="en-GB"/>
              <a:t>Vierde niveau</a:t>
            </a:r>
          </a:p>
          <a:p>
            <a:pPr lvl="4"/>
            <a:r>
              <a:rPr lang="en-GB"/>
              <a:t>Vijfde niveau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FFD2D-E339-48D0-8E51-8C7BC4E3C46A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849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[Title picture larg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_placeholder(a) JU 1[PHJU] (JU-Free)">
            <a:extLst>
              <a:ext uri="{FF2B5EF4-FFF2-40B4-BE49-F238E27FC236}">
                <a16:creationId xmlns:a16="http://schemas.microsoft.com/office/drawing/2014/main" id="{0F7E8BD5-D987-0F8F-28E4-7586010383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68300" y="368300"/>
            <a:ext cx="11442700" cy="5473700"/>
          </a:xfrm>
          <a:prstGeom prst="roundRect">
            <a:avLst>
              <a:gd name="adj" fmla="val 781"/>
            </a:avLst>
          </a:prstGeo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[Picture]</a:t>
            </a:r>
          </a:p>
        </p:txBody>
      </p:sp>
      <p:sp>
        <p:nvSpPr>
          <p:cNvPr id="4" name="02_Title 2 (JU-Free)">
            <a:extLst>
              <a:ext uri="{FF2B5EF4-FFF2-40B4-BE49-F238E27FC236}">
                <a16:creationId xmlns:a16="http://schemas.microsoft.com/office/drawing/2014/main" id="{844FB8EE-1D64-23C1-6F04-C461FA277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1054099"/>
            <a:ext cx="5803900" cy="762000"/>
          </a:xfrm>
          <a:prstGeom prst="roundRect">
            <a:avLst>
              <a:gd name="adj" fmla="val 5609"/>
            </a:avLst>
          </a:prstGeom>
          <a:solidFill>
            <a:schemeClr val="bg1"/>
          </a:solidFill>
        </p:spPr>
        <p:txBody>
          <a:bodyPr wrap="square">
            <a:spAutoFit/>
          </a:bodyPr>
          <a:lstStyle>
            <a:lvl1pPr algn="l">
              <a:defRPr kumimoji="0" sz="4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/>
              <a:t>[Title]</a:t>
            </a:r>
            <a:endParaRPr lang="en-GB" dirty="0"/>
          </a:p>
        </p:txBody>
      </p:sp>
      <p:sp>
        <p:nvSpPr>
          <p:cNvPr id="7" name="03_Subtitle 3[PHJU] (JU-Free)">
            <a:extLst>
              <a:ext uri="{FF2B5EF4-FFF2-40B4-BE49-F238E27FC236}">
                <a16:creationId xmlns:a16="http://schemas.microsoft.com/office/drawing/2014/main" id="{53D59C9D-DF75-650F-9E25-EBCB2C5F0C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44500" y="1904999"/>
            <a:ext cx="5803900" cy="330200"/>
          </a:xfrm>
          <a:prstGeom prst="roundRect">
            <a:avLst>
              <a:gd name="adj" fmla="val 12944"/>
            </a:avLst>
          </a:prstGeom>
          <a:solidFill>
            <a:schemeClr val="bg1"/>
          </a:solidFill>
        </p:spPr>
        <p:txBody>
          <a:bodyPr wrap="square">
            <a:spAutoFit/>
          </a:bodyPr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1"/>
              <a:t>[Subtitle and extra presentation information]</a:t>
            </a:r>
          </a:p>
        </p:txBody>
      </p:sp>
      <p:sp>
        <p:nvSpPr>
          <p:cNvPr id="11" name="04_Placeholder 4[PHJU] (PosFixed) (JU-Free)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096000" y="6248400"/>
            <a:ext cx="5727700" cy="293611"/>
          </a:xfrm>
        </p:spPr>
        <p:txBody>
          <a:bodyPr anchor="b" anchorCtr="0">
            <a:noAutofit/>
          </a:bodyPr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  <a:lvl2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sv-SE" dirty="0"/>
              <a:t>[tag line]</a:t>
            </a:r>
          </a:p>
          <a:p>
            <a:pPr lvl="0"/>
            <a:r>
              <a:rPr lang="sv-SE" dirty="0"/>
              <a:t>JU-LEVEL1=Standard</a:t>
            </a:r>
            <a:endParaRPr lang="en-GB" dirty="0"/>
          </a:p>
        </p:txBody>
      </p:sp>
      <p:sp>
        <p:nvSpPr>
          <p:cNvPr id="5" name="05_Logo {PHJU} 5 (PosFixed) (JU-Free)" descr="Logo N N">
            <a:extLst>
              <a:ext uri="{FF2B5EF4-FFF2-40B4-BE49-F238E27FC236}">
                <a16:creationId xmlns:a16="http://schemas.microsoft.com/office/drawing/2014/main" id="{4615ADEA-E8EE-82D2-423C-6DD1018139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2" name="Instruction 06_Placeholder 6 (JU-Free)">
            <a:extLst>
              <a:ext uri="{FF2B5EF4-FFF2-40B4-BE49-F238E27FC236}">
                <a16:creationId xmlns:a16="http://schemas.microsoft.com/office/drawing/2014/main" id="{F38A10C8-D3E7-E585-3E37-2B4850B62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2439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[Title pictur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3672DEE-5DE3-B23E-B1F4-E116973F4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D9C7E81-9A36-8CA7-9BF3-B94EA65799F2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994BDC9-3646-FD20-1F2D-7EA9142CC1A6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165F356-D3E1-CEB3-4B24-9148EC82856D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8" name="01_Title 1 (JU-Free)">
            <a:extLst>
              <a:ext uri="{FF2B5EF4-FFF2-40B4-BE49-F238E27FC236}">
                <a16:creationId xmlns:a16="http://schemas.microsoft.com/office/drawing/2014/main" id="{DF1C1620-1A43-0863-CD9E-C7E6C82C7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3733800"/>
            <a:ext cx="11303000" cy="738664"/>
          </a:xfrm>
        </p:spPr>
        <p:txBody>
          <a:bodyPr/>
          <a:lstStyle>
            <a:lvl1pPr algn="l">
              <a:defRPr kumimoji="0" sz="4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[Title]</a:t>
            </a:r>
            <a:endParaRPr lang="en-GB" dirty="0"/>
          </a:p>
        </p:txBody>
      </p:sp>
      <p:sp>
        <p:nvSpPr>
          <p:cNvPr id="12" name="02_Subtitle 2[PHJU] (JU-Free)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44500" y="4533900"/>
            <a:ext cx="11303000" cy="293607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[Subtitle and extra presentation information]</a:t>
            </a:r>
          </a:p>
        </p:txBody>
      </p:sp>
      <p:sp>
        <p:nvSpPr>
          <p:cNvPr id="14" name="03_Frame picture 3[PHJU] (JU-Free)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68300" y="368300"/>
            <a:ext cx="11442700" cy="3073400"/>
          </a:xfrm>
          <a:prstGeom prst="roundRect">
            <a:avLst>
              <a:gd name="adj" fmla="val 1391"/>
            </a:avLst>
          </a:prstGeom>
          <a:noFill/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15" name="04_Placeholder 4[PHJU] (PosFixed) (JU-Free)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096000" y="6248400"/>
            <a:ext cx="5727700" cy="293611"/>
          </a:xfrm>
        </p:spPr>
        <p:txBody>
          <a:bodyPr anchor="b" anchorCtr="0">
            <a:noAutofit/>
          </a:bodyPr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  <a:lvl2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sv-SE" dirty="0"/>
              <a:t>[tag line]</a:t>
            </a:r>
          </a:p>
          <a:p>
            <a:pPr lvl="0"/>
            <a:r>
              <a:rPr lang="sv-SE" dirty="0"/>
              <a:t>JU-LEVEL1=Standard</a:t>
            </a:r>
            <a:endParaRPr lang="en-GB" dirty="0"/>
          </a:p>
        </p:txBody>
      </p:sp>
      <p:sp>
        <p:nvSpPr>
          <p:cNvPr id="2" name="05_Logo {PHJU} 5 (PosFixed) (JU-Free)" descr="Logo N N">
            <a:extLst>
              <a:ext uri="{FF2B5EF4-FFF2-40B4-BE49-F238E27FC236}">
                <a16:creationId xmlns:a16="http://schemas.microsoft.com/office/drawing/2014/main" id="{64E28DFA-F871-A5EF-A218-15DF31B21B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Instruction 06_Placeholder 7 (JU-Free)">
            <a:extLst>
              <a:ext uri="{FF2B5EF4-FFF2-40B4-BE49-F238E27FC236}">
                <a16:creationId xmlns:a16="http://schemas.microsoft.com/office/drawing/2014/main" id="{3DB8F350-51EB-C62B-9B80-5B77ABEA9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5264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[Titl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34" name="Freeform 1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5" name="Rectangle 1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6" name="Freeform 1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5" name="01_Title 2 (JU-Free)">
            <a:extLst>
              <a:ext uri="{FF2B5EF4-FFF2-40B4-BE49-F238E27FC236}">
                <a16:creationId xmlns:a16="http://schemas.microsoft.com/office/drawing/2014/main" id="{FBA6644A-6564-1F15-11E9-15EEC9F39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292481"/>
            <a:ext cx="11303000" cy="830997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[Title]</a:t>
            </a:r>
            <a:endParaRPr lang="en-GB" dirty="0"/>
          </a:p>
        </p:txBody>
      </p:sp>
      <p:sp>
        <p:nvSpPr>
          <p:cNvPr id="6" name="02_Subtitle 3[PHJU] (JU-Free)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44500" y="1172116"/>
            <a:ext cx="11303000" cy="39151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[Subtitle and extra presentation information]</a:t>
            </a:r>
          </a:p>
        </p:txBody>
      </p:sp>
      <p:sp>
        <p:nvSpPr>
          <p:cNvPr id="10" name="04_Frame text 5[PHJU] (PosFixed) (JU-Free)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096000" y="6248400"/>
            <a:ext cx="5727700" cy="293611"/>
          </a:xfrm>
        </p:spPr>
        <p:txBody>
          <a:bodyPr anchor="b" anchorCtr="0">
            <a:noAutofit/>
          </a:bodyPr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  <a:lvl2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sv-SE" dirty="0"/>
              <a:t>[tag line]</a:t>
            </a:r>
          </a:p>
          <a:p>
            <a:pPr lvl="0"/>
            <a:r>
              <a:rPr lang="sv-SE" dirty="0"/>
              <a:t>JU-LEVEL1=Standard</a:t>
            </a:r>
            <a:endParaRPr lang="en-GB" dirty="0"/>
          </a:p>
        </p:txBody>
      </p:sp>
      <p:sp>
        <p:nvSpPr>
          <p:cNvPr id="2" name="05_Logo {PHJU} 5 (PosFixed) (JU-Free)" descr="Logo N N">
            <a:extLst>
              <a:ext uri="{FF2B5EF4-FFF2-40B4-BE49-F238E27FC236}">
                <a16:creationId xmlns:a16="http://schemas.microsoft.com/office/drawing/2014/main" id="{2770DAA1-12AA-A4CA-107D-A513F43021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1" name="Instruction 05_Placeholder 6 (JU-Free)">
            <a:extLst>
              <a:ext uri="{FF2B5EF4-FFF2-40B4-BE49-F238E27FC236}">
                <a16:creationId xmlns:a16="http://schemas.microsoft.com/office/drawing/2014/main" id="{53357684-3716-BABF-6C71-D00FF3E43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3303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genda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30" name="Freeform 1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1" name="Rectangle 1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2" name="Freeform 1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6" name="Logo" descr="Logo N N">
            <a:extLst>
              <a:ext uri="{FF2B5EF4-FFF2-40B4-BE49-F238E27FC236}">
                <a16:creationId xmlns:a16="http://schemas.microsoft.com/office/drawing/2014/main" id="{5DB61AFA-D455-F4D1-AA23-A35223ADD936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2" name="01_***Title 3 (JU-Free)">
            <a:extLst>
              <a:ext uri="{FF2B5EF4-FFF2-40B4-BE49-F238E27FC236}">
                <a16:creationId xmlns:a16="http://schemas.microsoft.com/office/drawing/2014/main" id="{096FEC42-0A9B-58EB-0284-6614524D70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241300"/>
            <a:ext cx="11303000" cy="738670"/>
          </a:xfrm>
        </p:spPr>
        <p:txBody>
          <a:bodyPr/>
          <a:lstStyle>
            <a:lvl1pPr algn="l">
              <a:defRPr kumimoji="0" sz="4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[Agenda title]</a:t>
            </a:r>
            <a:endParaRPr lang="en-GB" dirty="0"/>
          </a:p>
        </p:txBody>
      </p:sp>
      <p:sp>
        <p:nvSpPr>
          <p:cNvPr id="5" name="02_Placeholder 4[PHJU] (JU-Free)">
            <a:extLst>
              <a:ext uri="{FF2B5EF4-FFF2-40B4-BE49-F238E27FC236}">
                <a16:creationId xmlns:a16="http://schemas.microsoft.com/office/drawing/2014/main" id="{82CAF631-040E-A503-0506-7965B672A3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44500" y="1498600"/>
            <a:ext cx="11303000" cy="4025900"/>
          </a:xfrm>
        </p:spPr>
        <p:txBody>
          <a:bodyPr wrap="square">
            <a:noAutofit/>
          </a:bodyPr>
          <a:lstStyle>
            <a:lvl1pPr>
              <a:lnSpc>
                <a:spcPct val="105000"/>
              </a:lnSpc>
              <a:defRPr sz="2400" b="1"/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GB" dirty="0"/>
              <a:t>[Agenda item]</a:t>
            </a:r>
          </a:p>
          <a:p>
            <a:pPr lvl="0"/>
            <a:r>
              <a:rPr lang="en-GB" dirty="0"/>
              <a:t>JU-LEVEL1=Standard</a:t>
            </a:r>
          </a:p>
          <a:p>
            <a:pPr lvl="8"/>
            <a:endParaRPr lang="en-GB" dirty="0"/>
          </a:p>
        </p:txBody>
      </p:sp>
      <p:sp>
        <p:nvSpPr>
          <p:cNvPr id="9" name="Instruction 04_Placeholder 6 (JU-Free)">
            <a:extLst>
              <a:ext uri="{FF2B5EF4-FFF2-40B4-BE49-F238E27FC236}">
                <a16:creationId xmlns:a16="http://schemas.microsoft.com/office/drawing/2014/main" id="{E6042F78-B6A0-835C-269D-3708D81CF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  <p:sp>
        <p:nvSpPr>
          <p:cNvPr id="10" name="03_Slide Number Placeholder 5 (JU-Free)">
            <a:extLst>
              <a:ext uri="{FF2B5EF4-FFF2-40B4-BE49-F238E27FC236}">
                <a16:creationId xmlns:a16="http://schemas.microsoft.com/office/drawing/2014/main" id="{C71AF6E8-B63A-9549-37C5-BF97A36F5F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5935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Chapter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"/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34" name="Freeform 1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5" name="Rectangle 1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6" name="Freeform 1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3" name="Logo" descr="Logo N N">
            <a:extLst>
              <a:ext uri="{FF2B5EF4-FFF2-40B4-BE49-F238E27FC236}">
                <a16:creationId xmlns:a16="http://schemas.microsoft.com/office/drawing/2014/main" id="{71F9A182-A3B6-9F00-9549-5694DA83F8C5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01_***Title 3 (JU-Free)">
            <a:extLst>
              <a:ext uri="{FF2B5EF4-FFF2-40B4-BE49-F238E27FC236}">
                <a16:creationId xmlns:a16="http://schemas.microsoft.com/office/drawing/2014/main" id="{C142E9BC-3132-6162-575E-28D79057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241300"/>
            <a:ext cx="11303000" cy="738664"/>
          </a:xfrm>
        </p:spPr>
        <p:txBody>
          <a:bodyPr/>
          <a:lstStyle>
            <a:lvl1pPr algn="l">
              <a:defRPr kumimoji="0" sz="48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[Chapter title]</a:t>
            </a:r>
            <a:endParaRPr lang="en-GB" dirty="0"/>
          </a:p>
        </p:txBody>
      </p:sp>
      <p:sp>
        <p:nvSpPr>
          <p:cNvPr id="5" name="Instruction 02_Placeholder 4 (JU-Free)">
            <a:extLst>
              <a:ext uri="{FF2B5EF4-FFF2-40B4-BE49-F238E27FC236}">
                <a16:creationId xmlns:a16="http://schemas.microsoft.com/office/drawing/2014/main" id="{DA3D4B13-E11E-6804-1081-587DABE7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5162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ext slid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">
            <a:extLst>
              <a:ext uri="{FF2B5EF4-FFF2-40B4-BE49-F238E27FC236}">
                <a16:creationId xmlns:a16="http://schemas.microsoft.com/office/drawing/2014/main" id="{A6AE6669-5238-83A4-DA86-05BE36638ED6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5279F7FD-3471-79EC-1C1E-70D780882A90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E7047C57-FFA9-79AE-D8FA-2672FDEB6336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12" name="Freeform 1">
              <a:extLst>
                <a:ext uri="{FF2B5EF4-FFF2-40B4-BE49-F238E27FC236}">
                  <a16:creationId xmlns:a16="http://schemas.microsoft.com/office/drawing/2014/main" id="{D0335D73-ED63-2BF6-2733-A3732739414E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4" name="Logo" descr="Logo N N">
            <a:extLst>
              <a:ext uri="{FF2B5EF4-FFF2-40B4-BE49-F238E27FC236}">
                <a16:creationId xmlns:a16="http://schemas.microsoft.com/office/drawing/2014/main" id="{DAAD03D9-0BED-6EAD-D627-3E32B7E58617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1_Title 3 (JU-Free)">
            <a:extLst>
              <a:ext uri="{FF2B5EF4-FFF2-40B4-BE49-F238E27FC236}">
                <a16:creationId xmlns:a16="http://schemas.microsoft.com/office/drawing/2014/main" id="{43AB52A1-258B-8B0F-66FA-E0D41F40ABFC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/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[Title]</a:t>
            </a:r>
            <a:endParaRPr lang="en-GB" dirty="0"/>
          </a:p>
        </p:txBody>
      </p:sp>
      <p:sp>
        <p:nvSpPr>
          <p:cNvPr id="7" name="02_Frame text 4[PHJU] (JU-Free)">
            <a:extLst>
              <a:ext uri="{FF2B5EF4-FFF2-40B4-BE49-F238E27FC236}">
                <a16:creationId xmlns:a16="http://schemas.microsoft.com/office/drawing/2014/main" id="{951184BB-418D-BE4C-E7D5-4EC2D554C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  <a:endParaRPr lang="en-GB" dirty="0"/>
          </a:p>
        </p:txBody>
      </p:sp>
      <p:sp>
        <p:nvSpPr>
          <p:cNvPr id="9" name="03_Content Placeholder 5[PHJU] (JU-Free)"/>
          <p:cNvSpPr>
            <a:spLocks noGrp="1"/>
          </p:cNvSpPr>
          <p:nvPr>
            <p:ph idx="1" hasCustomPrompt="1"/>
          </p:nvPr>
        </p:nvSpPr>
        <p:spPr bwMode="gray">
          <a:xfrm>
            <a:off x="444500" y="1498599"/>
            <a:ext cx="11303000" cy="4025900"/>
          </a:xfrm>
        </p:spPr>
        <p:txBody>
          <a:bodyPr wrap="square">
            <a:no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[Type text or click on icon to insert an object]</a:t>
            </a:r>
          </a:p>
          <a:p>
            <a:pPr lvl="0"/>
            <a:r>
              <a:rPr lang="en-US" dirty="0"/>
              <a:t>JU-LEVEL1=List bullet 1st level</a:t>
            </a:r>
          </a:p>
          <a:p>
            <a:pPr lvl="1"/>
            <a:r>
              <a:rPr lang="en-US" dirty="0"/>
              <a:t>JU-LEVEL2=List bullet 2nd level</a:t>
            </a:r>
          </a:p>
          <a:p>
            <a:pPr lvl="2"/>
            <a:r>
              <a:rPr lang="en-US" dirty="0"/>
              <a:t>JU-LEVEL3=List bullet 3rd level</a:t>
            </a:r>
          </a:p>
          <a:p>
            <a:pPr lvl="3"/>
            <a:r>
              <a:rPr lang="en-US" dirty="0"/>
              <a:t>JU-LEVEL4=List number 1st level</a:t>
            </a:r>
          </a:p>
          <a:p>
            <a:pPr lvl="4"/>
            <a:r>
              <a:rPr lang="en-US" dirty="0"/>
              <a:t>JU-LEVEL5=List number 2nd level</a:t>
            </a:r>
          </a:p>
          <a:p>
            <a:pPr lvl="5"/>
            <a:r>
              <a:rPr lang="en-US" dirty="0"/>
              <a:t>JU-LEVEL6=List number 3rd level</a:t>
            </a:r>
          </a:p>
          <a:p>
            <a:pPr lvl="6"/>
            <a:r>
              <a:rPr lang="en-US" dirty="0"/>
              <a:t>JU-LEVEL7=Body text</a:t>
            </a:r>
          </a:p>
          <a:p>
            <a:pPr lvl="7"/>
            <a:r>
              <a:rPr lang="en-US" dirty="0"/>
              <a:t>JU-LEVEL8=Heading</a:t>
            </a:r>
          </a:p>
          <a:p>
            <a:pPr lvl="8"/>
            <a:r>
              <a:rPr lang="en-US" dirty="0"/>
              <a:t>JU-LEVEL9=Indent 1st level</a:t>
            </a:r>
            <a:endParaRPr lang="en-GB" dirty="0"/>
          </a:p>
        </p:txBody>
      </p:sp>
      <p:sp>
        <p:nvSpPr>
          <p:cNvPr id="15" name="Instruction 05_Placeholder 7 (JU-Free)">
            <a:extLst>
              <a:ext uri="{FF2B5EF4-FFF2-40B4-BE49-F238E27FC236}">
                <a16:creationId xmlns:a16="http://schemas.microsoft.com/office/drawing/2014/main" id="{FB1C0A04-25F1-F5E0-EDB9-0A3ED5B4C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  <p:sp>
        <p:nvSpPr>
          <p:cNvPr id="16" name="04_Slide Number Placeholder 6 (JU-Free)">
            <a:extLst>
              <a:ext uri="{FF2B5EF4-FFF2-40B4-BE49-F238E27FC236}">
                <a16:creationId xmlns:a16="http://schemas.microsoft.com/office/drawing/2014/main" id="{76F0BC69-D78C-4277-1B0E-EA35CFB389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6663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ext 2 columns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">
            <a:extLst>
              <a:ext uri="{FF2B5EF4-FFF2-40B4-BE49-F238E27FC236}">
                <a16:creationId xmlns:a16="http://schemas.microsoft.com/office/drawing/2014/main" id="{39E05B97-C38B-9A87-BA77-BAE555B4BAF1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12" name="Freeform 1">
              <a:extLst>
                <a:ext uri="{FF2B5EF4-FFF2-40B4-BE49-F238E27FC236}">
                  <a16:creationId xmlns:a16="http://schemas.microsoft.com/office/drawing/2014/main" id="{541F862E-3BA4-A9AA-25C8-7AC82078F3CF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5E844344-52F0-9B62-1E05-69F455893D28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14" name="Freeform 1">
              <a:extLst>
                <a:ext uri="{FF2B5EF4-FFF2-40B4-BE49-F238E27FC236}">
                  <a16:creationId xmlns:a16="http://schemas.microsoft.com/office/drawing/2014/main" id="{7CB5EA70-58D5-FF54-5E4D-14CA3E569B6A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4" name="Logo" descr="Logo N N">
            <a:extLst>
              <a:ext uri="{FF2B5EF4-FFF2-40B4-BE49-F238E27FC236}">
                <a16:creationId xmlns:a16="http://schemas.microsoft.com/office/drawing/2014/main" id="{F5E65BD2-9A77-ED15-99FD-DFF3325E3065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1_Title 3 (JU-Free)">
            <a:extLst>
              <a:ext uri="{FF2B5EF4-FFF2-40B4-BE49-F238E27FC236}">
                <a16:creationId xmlns:a16="http://schemas.microsoft.com/office/drawing/2014/main" id="{B58B9611-6717-BFC0-B907-1AC6ACCFB745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/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[Title]</a:t>
            </a:r>
            <a:endParaRPr lang="en-GB" dirty="0"/>
          </a:p>
        </p:txBody>
      </p:sp>
      <p:sp>
        <p:nvSpPr>
          <p:cNvPr id="6" name="02_Frame text 4[PHJU] (JU-Free)">
            <a:extLst>
              <a:ext uri="{FF2B5EF4-FFF2-40B4-BE49-F238E27FC236}">
                <a16:creationId xmlns:a16="http://schemas.microsoft.com/office/drawing/2014/main" id="{62A28C44-A68B-CA00-0820-779857D2BC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/>
          <a:lstStyle>
            <a:lvl1pPr marL="0" indent="0">
              <a:buNone/>
              <a:defRPr sz="2400" b="1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</a:p>
        </p:txBody>
      </p:sp>
      <p:sp>
        <p:nvSpPr>
          <p:cNvPr id="7" name="03_Frame content 5[PHJU] (JU-Free)"/>
          <p:cNvSpPr>
            <a:spLocks noGrp="1"/>
          </p:cNvSpPr>
          <p:nvPr>
            <p:ph sz="half" idx="1" hasCustomPrompt="1"/>
          </p:nvPr>
        </p:nvSpPr>
        <p:spPr bwMode="gray">
          <a:xfrm>
            <a:off x="444500" y="1498599"/>
            <a:ext cx="5511800" cy="4025900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[Type text or click on icon to insert an object]</a:t>
            </a:r>
          </a:p>
          <a:p>
            <a:pPr lvl="0"/>
            <a:r>
              <a:rPr lang="en-US" dirty="0"/>
              <a:t>JU-LEVEL1=List bullet 1st level</a:t>
            </a:r>
          </a:p>
          <a:p>
            <a:pPr lvl="1"/>
            <a:r>
              <a:rPr lang="en-US" dirty="0"/>
              <a:t>JU-LEVEL2=List bullet 2nd level</a:t>
            </a:r>
          </a:p>
          <a:p>
            <a:pPr lvl="2"/>
            <a:r>
              <a:rPr lang="en-US" dirty="0"/>
              <a:t>JU-LEVEL3=List bullet 3rd level</a:t>
            </a:r>
          </a:p>
          <a:p>
            <a:pPr lvl="3"/>
            <a:r>
              <a:rPr lang="en-US" dirty="0"/>
              <a:t>JU-LEVEL4=List number 1st level</a:t>
            </a:r>
          </a:p>
          <a:p>
            <a:pPr lvl="4"/>
            <a:r>
              <a:rPr lang="en-US" dirty="0"/>
              <a:t>JU-LEVEL5=List number 2nd level</a:t>
            </a:r>
          </a:p>
          <a:p>
            <a:pPr lvl="5"/>
            <a:r>
              <a:rPr lang="en-US" dirty="0"/>
              <a:t>JU-LEVEL6=List number 3rd level</a:t>
            </a:r>
          </a:p>
          <a:p>
            <a:pPr lvl="6"/>
            <a:r>
              <a:rPr lang="en-US" dirty="0"/>
              <a:t>JU-LEVEL7=Body text</a:t>
            </a:r>
          </a:p>
          <a:p>
            <a:pPr lvl="7"/>
            <a:r>
              <a:rPr lang="en-US" dirty="0"/>
              <a:t>JU-LEVEL8=Heading</a:t>
            </a:r>
          </a:p>
          <a:p>
            <a:pPr lvl="8"/>
            <a:r>
              <a:rPr lang="en-US" dirty="0"/>
              <a:t>JU-LEVEL9=Indent 1st level</a:t>
            </a:r>
            <a:endParaRPr lang="en-GB" dirty="0"/>
          </a:p>
        </p:txBody>
      </p:sp>
      <p:sp>
        <p:nvSpPr>
          <p:cNvPr id="10" name="04_Frame content 6[PHJU] (JU-Free)"/>
          <p:cNvSpPr>
            <a:spLocks noGrp="1"/>
          </p:cNvSpPr>
          <p:nvPr>
            <p:ph sz="half" idx="2" hasCustomPrompt="1"/>
          </p:nvPr>
        </p:nvSpPr>
        <p:spPr bwMode="gray">
          <a:xfrm>
            <a:off x="6235700" y="1498599"/>
            <a:ext cx="5511800" cy="4025900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[Type text or click on icon to insert an object]</a:t>
            </a:r>
          </a:p>
          <a:p>
            <a:pPr lvl="0"/>
            <a:r>
              <a:rPr lang="en-US" dirty="0"/>
              <a:t>JU-LEVEL1=List bullet 1st level</a:t>
            </a:r>
          </a:p>
          <a:p>
            <a:pPr lvl="1"/>
            <a:r>
              <a:rPr lang="en-US" dirty="0"/>
              <a:t>JU-LEVEL2=List bullet 2nd level</a:t>
            </a:r>
          </a:p>
          <a:p>
            <a:pPr lvl="2"/>
            <a:r>
              <a:rPr lang="en-US" dirty="0"/>
              <a:t>JU-LEVEL3=List bullet 3rd level</a:t>
            </a:r>
          </a:p>
          <a:p>
            <a:pPr lvl="3"/>
            <a:r>
              <a:rPr lang="en-US" dirty="0"/>
              <a:t>JU-LEVEL4=List number 1st level</a:t>
            </a:r>
          </a:p>
          <a:p>
            <a:pPr lvl="4"/>
            <a:r>
              <a:rPr lang="en-US" dirty="0"/>
              <a:t>JU-LEVEL5=List number 2nd level</a:t>
            </a:r>
          </a:p>
          <a:p>
            <a:pPr lvl="5"/>
            <a:r>
              <a:rPr lang="en-US" dirty="0"/>
              <a:t>JU-LEVEL6=List number 3rd level</a:t>
            </a:r>
          </a:p>
          <a:p>
            <a:pPr lvl="6"/>
            <a:r>
              <a:rPr lang="en-US" dirty="0"/>
              <a:t>JU-LEVEL7=Body text</a:t>
            </a:r>
          </a:p>
          <a:p>
            <a:pPr lvl="7"/>
            <a:r>
              <a:rPr lang="en-US" dirty="0"/>
              <a:t>JU-LEVEL8=Heading</a:t>
            </a:r>
          </a:p>
          <a:p>
            <a:pPr lvl="8"/>
            <a:r>
              <a:rPr lang="en-US" dirty="0"/>
              <a:t>JU-LEVEL9=Indent 1st level</a:t>
            </a:r>
            <a:endParaRPr lang="en-GB" dirty="0"/>
          </a:p>
        </p:txBody>
      </p:sp>
      <p:sp>
        <p:nvSpPr>
          <p:cNvPr id="17" name="Instruction 06_Placeholder 8 (JU-Free)">
            <a:extLst>
              <a:ext uri="{FF2B5EF4-FFF2-40B4-BE49-F238E27FC236}">
                <a16:creationId xmlns:a16="http://schemas.microsoft.com/office/drawing/2014/main" id="{CEFA5298-606F-306B-2C39-9F906542C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  <p:sp>
        <p:nvSpPr>
          <p:cNvPr id="18" name="05_Slide Number Placeholder 7 (JU-Free)">
            <a:extLst>
              <a:ext uri="{FF2B5EF4-FFF2-40B4-BE49-F238E27FC236}">
                <a16:creationId xmlns:a16="http://schemas.microsoft.com/office/drawing/2014/main" id="{A98AB1BB-97AD-FD0B-6ACB-8F1EDDC5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980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ext with pictur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0DE3A623-0481-5D77-22C9-B70B0CEB1FC0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78C5539-1DFB-8413-E097-8C6E121DE4D5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9FED4F19-D501-59F2-C7E7-198FDAC458E5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40FF07F-1D33-BD25-8BF9-D2C03334027F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8" name="Logo" descr="Logo N N">
            <a:extLst>
              <a:ext uri="{FF2B5EF4-FFF2-40B4-BE49-F238E27FC236}">
                <a16:creationId xmlns:a16="http://schemas.microsoft.com/office/drawing/2014/main" id="{4488D25E-A59E-7BD2-CBE4-696546CEAA87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0" name="01_Title 1 (JU-Free)">
            <a:extLst>
              <a:ext uri="{FF2B5EF4-FFF2-40B4-BE49-F238E27FC236}">
                <a16:creationId xmlns:a16="http://schemas.microsoft.com/office/drawing/2014/main" id="{12816B97-900C-EDA7-6AC2-FDB45699E7EA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/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6" name="02_Frame text 4[PHJU] (JU-Free)">
            <a:extLst>
              <a:ext uri="{FF2B5EF4-FFF2-40B4-BE49-F238E27FC236}">
                <a16:creationId xmlns:a16="http://schemas.microsoft.com/office/drawing/2014/main" id="{EE8ECACB-265C-3D2F-5A0F-A463D908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/>
          <a:lstStyle>
            <a:lvl1pPr marL="0" indent="0">
              <a:buNone/>
              <a:defRPr sz="2400" b="1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</a:p>
        </p:txBody>
      </p:sp>
      <p:sp>
        <p:nvSpPr>
          <p:cNvPr id="15" name="03_Frame content 3[PHJU] (JU-Free)"/>
          <p:cNvSpPr>
            <a:spLocks noGrp="1"/>
          </p:cNvSpPr>
          <p:nvPr>
            <p:ph sz="half" idx="1" hasCustomPrompt="1"/>
          </p:nvPr>
        </p:nvSpPr>
        <p:spPr bwMode="gray">
          <a:xfrm>
            <a:off x="444500" y="1498599"/>
            <a:ext cx="6337300" cy="4025900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[Type text or click on icon to insert an object]</a:t>
            </a:r>
          </a:p>
          <a:p>
            <a:pPr lvl="0"/>
            <a:r>
              <a:rPr lang="en-US" dirty="0"/>
              <a:t>JU-LEVEL1=List bullet 1st level</a:t>
            </a:r>
          </a:p>
          <a:p>
            <a:pPr lvl="1"/>
            <a:r>
              <a:rPr lang="en-US" dirty="0"/>
              <a:t>JU-LEVEL2=List bullet 2nd level</a:t>
            </a:r>
          </a:p>
          <a:p>
            <a:pPr lvl="2"/>
            <a:r>
              <a:rPr lang="en-US" dirty="0"/>
              <a:t>JU-LEVEL3=List bullet 3rd level</a:t>
            </a:r>
          </a:p>
          <a:p>
            <a:pPr lvl="3"/>
            <a:r>
              <a:rPr lang="en-US" dirty="0"/>
              <a:t>JU-LEVEL4=List number 1st level</a:t>
            </a:r>
          </a:p>
          <a:p>
            <a:pPr lvl="4"/>
            <a:r>
              <a:rPr lang="en-US" dirty="0"/>
              <a:t>JU-LEVEL5=List number 2nd level</a:t>
            </a:r>
          </a:p>
          <a:p>
            <a:pPr lvl="5"/>
            <a:r>
              <a:rPr lang="en-US" dirty="0"/>
              <a:t>JU-LEVEL6=List number 3rd level</a:t>
            </a:r>
          </a:p>
          <a:p>
            <a:pPr lvl="6"/>
            <a:r>
              <a:rPr lang="en-US" dirty="0"/>
              <a:t>JU-LEVEL7=Body text</a:t>
            </a:r>
          </a:p>
          <a:p>
            <a:pPr lvl="7"/>
            <a:r>
              <a:rPr lang="en-US" dirty="0"/>
              <a:t>JU-LEVEL8=Heading</a:t>
            </a:r>
          </a:p>
          <a:p>
            <a:pPr lvl="8"/>
            <a:r>
              <a:rPr lang="en-US" dirty="0"/>
              <a:t>JU-LEVEL9=Indent 1st level</a:t>
            </a:r>
            <a:endParaRPr lang="en-GB" dirty="0"/>
          </a:p>
        </p:txBody>
      </p:sp>
      <p:sp>
        <p:nvSpPr>
          <p:cNvPr id="16" name="04_Picture Placeholder 4[PHJU] (PosFixed) (JU-Free)">
            <a:extLst>
              <a:ext uri="{FF2B5EF4-FFF2-40B4-BE49-F238E27FC236}">
                <a16:creationId xmlns:a16="http://schemas.microsoft.com/office/drawing/2014/main" id="{33165166-E0C7-988B-BA17-D7C71B35BA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7721600" y="1498600"/>
            <a:ext cx="4025900" cy="4025900"/>
          </a:xfrm>
          <a:prstGeom prst="roundRect">
            <a:avLst>
              <a:gd name="adj" fmla="val 1062"/>
            </a:avLst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[Picture]</a:t>
            </a:r>
          </a:p>
        </p:txBody>
      </p:sp>
      <p:sp>
        <p:nvSpPr>
          <p:cNvPr id="17" name="Instruction 06_Placeholder 8 (JU-Free)">
            <a:extLst>
              <a:ext uri="{FF2B5EF4-FFF2-40B4-BE49-F238E27FC236}">
                <a16:creationId xmlns:a16="http://schemas.microsoft.com/office/drawing/2014/main" id="{DA784A68-84DB-D717-D491-6BB20536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  <p:sp>
        <p:nvSpPr>
          <p:cNvPr id="18" name="05_Slide Number Placeholder 5 (JU-Free)">
            <a:extLst>
              <a:ext uri="{FF2B5EF4-FFF2-40B4-BE49-F238E27FC236}">
                <a16:creationId xmlns:a16="http://schemas.microsoft.com/office/drawing/2014/main" id="{A98AB1BB-97AD-FD0B-6ACB-8F1EDDC5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324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Pictur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E27A4263-DA74-5CB3-0B65-2287EF6A8EBB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22C3B82F-C094-79C0-E831-A827EE1E00E6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30E3419-9065-14FE-FB6E-BB71352CF745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672E592-577F-3DBF-49E1-22AA2F9A7F33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8" name="Logo" descr="Logo N N">
            <a:extLst>
              <a:ext uri="{FF2B5EF4-FFF2-40B4-BE49-F238E27FC236}">
                <a16:creationId xmlns:a16="http://schemas.microsoft.com/office/drawing/2014/main" id="{B1057CB2-8AE1-FBF3-E629-C407566E91E9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0" name="01_Title 1 (JU-Free)">
            <a:extLst>
              <a:ext uri="{FF2B5EF4-FFF2-40B4-BE49-F238E27FC236}">
                <a16:creationId xmlns:a16="http://schemas.microsoft.com/office/drawing/2014/main" id="{E70C5A05-9546-9A73-99A2-E86DFAFB98F6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>
            <a:noAutofit/>
          </a:bodyPr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7" name="02_Frame text 4[PHJU] (JU-Free)">
            <a:extLst>
              <a:ext uri="{FF2B5EF4-FFF2-40B4-BE49-F238E27FC236}">
                <a16:creationId xmlns:a16="http://schemas.microsoft.com/office/drawing/2014/main" id="{0D8AC5E7-BDB7-4ADC-7C9E-F90208F4D1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</a:p>
        </p:txBody>
      </p:sp>
      <p:sp>
        <p:nvSpPr>
          <p:cNvPr id="14" name="03_Frame picture 3[PHJU] (JU-Free)">
            <a:extLst>
              <a:ext uri="{FF2B5EF4-FFF2-40B4-BE49-F238E27FC236}">
                <a16:creationId xmlns:a16="http://schemas.microsoft.com/office/drawing/2014/main" id="{D323A919-82E2-F0AC-671D-A28CD1AF7F7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44500" y="1498600"/>
            <a:ext cx="11303000" cy="4025900"/>
          </a:xfrm>
          <a:prstGeom prst="roundRect">
            <a:avLst>
              <a:gd name="adj" fmla="val 1062"/>
            </a:avLst>
          </a:pr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[Picture]</a:t>
            </a:r>
          </a:p>
        </p:txBody>
      </p:sp>
      <p:sp>
        <p:nvSpPr>
          <p:cNvPr id="15" name="Instruction 05_Placeholder 7 (JU-Free)">
            <a:extLst>
              <a:ext uri="{FF2B5EF4-FFF2-40B4-BE49-F238E27FC236}">
                <a16:creationId xmlns:a16="http://schemas.microsoft.com/office/drawing/2014/main" id="{1DFC4262-8349-E037-CDA3-B90DBE816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  <p:sp>
        <p:nvSpPr>
          <p:cNvPr id="16" name="04_Slide Number Placeholder 4 (JU-Free)">
            <a:extLst>
              <a:ext uri="{FF2B5EF4-FFF2-40B4-BE49-F238E27FC236}">
                <a16:creationId xmlns:a16="http://schemas.microsoft.com/office/drawing/2014/main" id="{0DC94E96-13B1-CED5-EAD9-2039F534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88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, text and object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placeholder(a) JU 1 [PHJU] (JU-Free)">
            <a:extLst>
              <a:ext uri="{FF2B5EF4-FFF2-40B4-BE49-F238E27FC236}">
                <a16:creationId xmlns:a16="http://schemas.microsoft.com/office/drawing/2014/main" id="{BE4934E3-3F05-C41C-8BB3-697BF955B2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513144" y="383894"/>
            <a:ext cx="11167642" cy="6092141"/>
          </a:xfrm>
          <a:prstGeom prst="roundRect">
            <a:avLst>
              <a:gd name="adj" fmla="val 702"/>
            </a:avLst>
          </a:pr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3" name="02_***Title 2 (JU-Free)">
            <a:extLst>
              <a:ext uri="{FF2B5EF4-FFF2-40B4-BE49-F238E27FC236}">
                <a16:creationId xmlns:a16="http://schemas.microsoft.com/office/drawing/2014/main" id="{3E308F67-BB27-AB93-48AE-E0002BACE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6000" y="762000"/>
            <a:ext cx="10198100" cy="575429"/>
          </a:xfrm>
          <a:prstGeom prst="roundRect">
            <a:avLst>
              <a:gd name="adj" fmla="val 6973"/>
            </a:avLst>
          </a:prstGeom>
          <a:solidFill>
            <a:schemeClr val="bg1"/>
          </a:solidFill>
        </p:spPr>
        <p:txBody>
          <a:bodyPr/>
          <a:lstStyle>
            <a:lvl1pPr algn="l">
              <a:defRPr kumimoji="0" sz="3600" b="1" i="0" u="none" baseline="0">
                <a:solidFill>
                  <a:schemeClr val="accent1">
                    <a:lumMod val="10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28839104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rt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">
            <a:extLst>
              <a:ext uri="{FF2B5EF4-FFF2-40B4-BE49-F238E27FC236}">
                <a16:creationId xmlns:a16="http://schemas.microsoft.com/office/drawing/2014/main" id="{8443658C-D60F-FE69-5B5A-C99F09C51C8D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6DC3AFD4-FEE3-9464-CA01-2A3836DDB6E4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F15A7B7B-AB1B-980C-4498-9F67CB5D9F2A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5FB0DE4C-F616-D128-B1A5-D4FFE7A7EEB5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4" name="Logo" descr="Logo N N">
            <a:extLst>
              <a:ext uri="{FF2B5EF4-FFF2-40B4-BE49-F238E27FC236}">
                <a16:creationId xmlns:a16="http://schemas.microsoft.com/office/drawing/2014/main" id="{9F1A7C89-006C-D6F4-CB14-4EEEBD3A1F9C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1_Title 3 (JU-Free)">
            <a:extLst>
              <a:ext uri="{FF2B5EF4-FFF2-40B4-BE49-F238E27FC236}">
                <a16:creationId xmlns:a16="http://schemas.microsoft.com/office/drawing/2014/main" id="{9EE4F353-3452-9D43-0248-ACF950D29670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>
            <a:noAutofit/>
          </a:bodyPr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12" name="02_Frame text 4[PHJU] (JU-Free)">
            <a:extLst>
              <a:ext uri="{FF2B5EF4-FFF2-40B4-BE49-F238E27FC236}">
                <a16:creationId xmlns:a16="http://schemas.microsoft.com/office/drawing/2014/main" id="{413959C4-D78C-B615-B895-26C1ADB55E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</a:p>
        </p:txBody>
      </p:sp>
      <p:sp>
        <p:nvSpPr>
          <p:cNvPr id="5" name="03_Chart Placeholder 5[PHJU] (JU-Free)">
            <a:extLst>
              <a:ext uri="{FF2B5EF4-FFF2-40B4-BE49-F238E27FC236}">
                <a16:creationId xmlns:a16="http://schemas.microsoft.com/office/drawing/2014/main" id="{C3E641B7-216E-5F65-5478-04436AA42CF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 bwMode="gray">
          <a:xfrm>
            <a:off x="444500" y="1498600"/>
            <a:ext cx="11303000" cy="402590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[Chart]</a:t>
            </a:r>
          </a:p>
        </p:txBody>
      </p:sp>
      <p:sp>
        <p:nvSpPr>
          <p:cNvPr id="9" name="Instruction 05_Placeholder 7 (JU-Free)">
            <a:extLst>
              <a:ext uri="{FF2B5EF4-FFF2-40B4-BE49-F238E27FC236}">
                <a16:creationId xmlns:a16="http://schemas.microsoft.com/office/drawing/2014/main" id="{D8730254-4E72-3E96-F819-512FF1A49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  <p:sp>
        <p:nvSpPr>
          <p:cNvPr id="11" name="04_Slide Number Placeholder 6 (JU-Free)">
            <a:extLst>
              <a:ext uri="{FF2B5EF4-FFF2-40B4-BE49-F238E27FC236}">
                <a16:creationId xmlns:a16="http://schemas.microsoft.com/office/drawing/2014/main" id="{76F0BC69-D78C-4277-1B0E-EA35CFB389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9933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 Charts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C3BF86DC-A4FF-6A45-51B9-2CFA41E135D5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6" name="Freeform 1">
              <a:extLst>
                <a:ext uri="{FF2B5EF4-FFF2-40B4-BE49-F238E27FC236}">
                  <a16:creationId xmlns:a16="http://schemas.microsoft.com/office/drawing/2014/main" id="{25E410E8-B2A8-86BA-F387-F781B0F20339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36B2F4F7-FE7E-28A4-E377-5FBD329AC113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50EC6D48-4987-9B02-6E80-83D8A9AE52DA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5" name="Logo" descr="Logo N N">
            <a:extLst>
              <a:ext uri="{FF2B5EF4-FFF2-40B4-BE49-F238E27FC236}">
                <a16:creationId xmlns:a16="http://schemas.microsoft.com/office/drawing/2014/main" id="{26EBAE40-BD00-209C-8F84-DDE0FDA538C6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01_Title 4 (JU-Free)">
            <a:extLst>
              <a:ext uri="{FF2B5EF4-FFF2-40B4-BE49-F238E27FC236}">
                <a16:creationId xmlns:a16="http://schemas.microsoft.com/office/drawing/2014/main" id="{11DC59E8-FE39-051C-4626-8A78AB8A12CB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>
            <a:noAutofit/>
          </a:bodyPr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11" name="03_Chart Placeholder 6[PHJU] (JU-Free)">
            <a:extLst>
              <a:ext uri="{FF2B5EF4-FFF2-40B4-BE49-F238E27FC236}">
                <a16:creationId xmlns:a16="http://schemas.microsoft.com/office/drawing/2014/main" id="{C3E641B7-216E-5F65-5478-04436AA42CF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 bwMode="gray">
          <a:xfrm>
            <a:off x="444500" y="1498600"/>
            <a:ext cx="5511800" cy="402590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[Chart]</a:t>
            </a:r>
          </a:p>
        </p:txBody>
      </p:sp>
      <p:sp>
        <p:nvSpPr>
          <p:cNvPr id="9" name="02_Frame text 4[PHJU] (JU-Free)">
            <a:extLst>
              <a:ext uri="{FF2B5EF4-FFF2-40B4-BE49-F238E27FC236}">
                <a16:creationId xmlns:a16="http://schemas.microsoft.com/office/drawing/2014/main" id="{C85FE147-CA80-DC80-20D0-E436546834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</a:p>
        </p:txBody>
      </p:sp>
      <p:sp>
        <p:nvSpPr>
          <p:cNvPr id="17" name="04_Frame 7[PHJU] (JU-Free)">
            <a:extLst>
              <a:ext uri="{FF2B5EF4-FFF2-40B4-BE49-F238E27FC236}">
                <a16:creationId xmlns:a16="http://schemas.microsoft.com/office/drawing/2014/main" id="{97FBD9EC-7BBE-4BFD-E1DC-2C8C4ECF444E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 bwMode="gray">
          <a:xfrm>
            <a:off x="6235700" y="1498600"/>
            <a:ext cx="5511800" cy="402590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[Chart]</a:t>
            </a:r>
          </a:p>
        </p:txBody>
      </p:sp>
      <p:sp>
        <p:nvSpPr>
          <p:cNvPr id="12" name="Slide Number Placeholder 11 (JU-Free)">
            <a:extLst>
              <a:ext uri="{FF2B5EF4-FFF2-40B4-BE49-F238E27FC236}">
                <a16:creationId xmlns:a16="http://schemas.microsoft.com/office/drawing/2014/main" id="{C35E907C-976C-8F3E-7709-A44ABF83E3B4}"/>
              </a:ext>
            </a:extLst>
          </p:cNvPr>
          <p:cNvSpPr>
            <a:spLocks noGrp="1"/>
          </p:cNvSpPr>
          <p:nvPr>
            <p:ph type="sldNum" sz="quarter" idx="70"/>
          </p:nvPr>
        </p:nvSpPr>
        <p:spPr/>
        <p:txBody>
          <a:bodyPr/>
          <a:lstStyle/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Instruction 05_Placeholder 8 (JU-Free)">
            <a:extLst>
              <a:ext uri="{FF2B5EF4-FFF2-40B4-BE49-F238E27FC236}">
                <a16:creationId xmlns:a16="http://schemas.microsoft.com/office/drawing/2014/main" id="{6D03E1D0-4482-993B-ACCF-C886622BC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9312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abl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">
            <a:extLst>
              <a:ext uri="{FF2B5EF4-FFF2-40B4-BE49-F238E27FC236}">
                <a16:creationId xmlns:a16="http://schemas.microsoft.com/office/drawing/2014/main" id="{37565EBE-E47A-525C-10F8-5F8AFC8C3757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39A6DC15-F1A5-3B6D-8753-7F6053AA188D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2AD8872C-E6F3-4B78-F23A-6607E3B37C99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11FD3C8A-527C-E404-E0C0-B820CEDE5872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5" name="Logo" descr="Logo N N">
            <a:extLst>
              <a:ext uri="{FF2B5EF4-FFF2-40B4-BE49-F238E27FC236}">
                <a16:creationId xmlns:a16="http://schemas.microsoft.com/office/drawing/2014/main" id="{C4B716F9-F6C0-ACCA-26A5-30E00140BF9B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1_Title 3 (JU-Free)">
            <a:extLst>
              <a:ext uri="{FF2B5EF4-FFF2-40B4-BE49-F238E27FC236}">
                <a16:creationId xmlns:a16="http://schemas.microsoft.com/office/drawing/2014/main" id="{43BB6099-1CFE-9C0D-B5AF-EC099E2AD452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>
            <a:noAutofit/>
          </a:bodyPr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4" name="02_Frame text 4[PHJU] (JU-Free)">
            <a:extLst>
              <a:ext uri="{FF2B5EF4-FFF2-40B4-BE49-F238E27FC236}">
                <a16:creationId xmlns:a16="http://schemas.microsoft.com/office/drawing/2014/main" id="{DBD32712-57E6-D123-6BC7-B62AB339CE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</a:p>
        </p:txBody>
      </p:sp>
      <p:sp>
        <p:nvSpPr>
          <p:cNvPr id="11" name="03_Table Placeholder 5[PHJU] (JU-Free)">
            <a:extLst>
              <a:ext uri="{FF2B5EF4-FFF2-40B4-BE49-F238E27FC236}">
                <a16:creationId xmlns:a16="http://schemas.microsoft.com/office/drawing/2014/main" id="{3FEE5FEE-3536-8926-87E3-A2FF88C5946A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 bwMode="gray">
          <a:xfrm>
            <a:off x="444500" y="1498600"/>
            <a:ext cx="11303000" cy="402590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[Table]</a:t>
            </a:r>
          </a:p>
        </p:txBody>
      </p:sp>
      <p:sp>
        <p:nvSpPr>
          <p:cNvPr id="15" name="Instruction 05_Placeholder 7 (JU-Free)">
            <a:extLst>
              <a:ext uri="{FF2B5EF4-FFF2-40B4-BE49-F238E27FC236}">
                <a16:creationId xmlns:a16="http://schemas.microsoft.com/office/drawing/2014/main" id="{236B3662-49AF-6B96-9740-11519974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  <p:sp>
        <p:nvSpPr>
          <p:cNvPr id="16" name="04_Slide Number Placeholder 6 (JU-Free)">
            <a:extLst>
              <a:ext uri="{FF2B5EF4-FFF2-40B4-BE49-F238E27FC236}">
                <a16:creationId xmlns:a16="http://schemas.microsoft.com/office/drawing/2014/main" id="{76F0BC69-D78C-4277-1B0E-EA35CFB389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532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losing slid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" descr="Logo N N">
            <a:extLst>
              <a:ext uri="{FF2B5EF4-FFF2-40B4-BE49-F238E27FC236}">
                <a16:creationId xmlns:a16="http://schemas.microsoft.com/office/drawing/2014/main" id="{81C52E43-64A5-2077-010C-902C802C97E4}"/>
              </a:ext>
            </a:extLst>
          </p:cNvPr>
          <p:cNvSpPr txBox="1">
            <a:spLocks noSelect="1" noChangeAspect="1"/>
          </p:cNvSpPr>
          <p:nvPr userDrawn="1"/>
        </p:nvSpPr>
        <p:spPr bwMode="gray">
          <a:xfrm>
            <a:off x="1013792" y="1777891"/>
            <a:ext cx="10913455" cy="43920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5391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only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565CB261-78B7-3554-EA40-83B459989F1B}"/>
              </a:ext>
            </a:extLst>
          </p:cNvPr>
          <p:cNvGrpSpPr>
            <a:grpSpLocks noSelect="1" noChangeAspect="1"/>
          </p:cNvGrpSpPr>
          <p:nvPr userDrawn="1"/>
        </p:nvGrpSpPr>
        <p:grpSpPr bwMode="gray">
          <a:xfrm>
            <a:off x="381002" y="5843381"/>
            <a:ext cx="11425766" cy="12703"/>
            <a:chOff x="180" y="2760"/>
            <a:chExt cx="5398" cy="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A41D5D4-F064-5ECA-C02E-5E69ADB1DDA6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800FA3-2705-F95C-F2E4-94CB546A1A38}"/>
                </a:ext>
              </a:extLst>
            </p:cNvPr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CD487A5F-50B3-4037-7D41-B8BA6D71B3D6}"/>
                </a:ext>
              </a:extLst>
            </p:cNvPr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7" name="Logo" descr="Logo N N">
            <a:extLst>
              <a:ext uri="{FF2B5EF4-FFF2-40B4-BE49-F238E27FC236}">
                <a16:creationId xmlns:a16="http://schemas.microsoft.com/office/drawing/2014/main" id="{1FE390EB-9595-BB81-5853-A10BAC1CE326}"/>
              </a:ext>
            </a:extLst>
          </p:cNvPr>
          <p:cNvSpPr txBox="1">
            <a:spLocks noSelect="1"/>
          </p:cNvSpPr>
          <p:nvPr userDrawn="1"/>
        </p:nvSpPr>
        <p:spPr bwMode="gray">
          <a:xfrm>
            <a:off x="0" y="6019800"/>
            <a:ext cx="2082800" cy="838200"/>
          </a:xfrm>
          <a:custGeom>
            <a:avLst/>
            <a:gdLst>
              <a:gd name="connsiteX0" fmla="*/ 0 w 2082800"/>
              <a:gd name="connsiteY0" fmla="*/ 0 h 838200"/>
              <a:gd name="connsiteX1" fmla="*/ 2082800 w 2082800"/>
              <a:gd name="connsiteY1" fmla="*/ 0 h 838200"/>
              <a:gd name="connsiteX2" fmla="*/ 2082800 w 2082800"/>
              <a:gd name="connsiteY2" fmla="*/ 838200 h 838200"/>
              <a:gd name="connsiteX3" fmla="*/ 0 w 2082800"/>
              <a:gd name="connsiteY3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2800" h="838200">
                <a:moveTo>
                  <a:pt x="0" y="0"/>
                </a:moveTo>
                <a:lnTo>
                  <a:pt x="2082800" y="0"/>
                </a:lnTo>
                <a:lnTo>
                  <a:pt x="2082800" y="838200"/>
                </a:lnTo>
                <a:lnTo>
                  <a:pt x="0" y="838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8000" indent="-21600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2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1_Title 1 (JU-Free)">
            <a:extLst>
              <a:ext uri="{FF2B5EF4-FFF2-40B4-BE49-F238E27FC236}">
                <a16:creationId xmlns:a16="http://schemas.microsoft.com/office/drawing/2014/main" id="{E5406CB0-AF18-CB09-E8E7-754FB0DF1E2D}"/>
              </a:ext>
            </a:extLst>
          </p:cNvPr>
          <p:cNvSpPr>
            <a:spLocks noGrp="1"/>
          </p:cNvSpPr>
          <p:nvPr>
            <p:ph type="title" idx="67" hasCustomPrompt="1"/>
          </p:nvPr>
        </p:nvSpPr>
        <p:spPr>
          <a:xfrm>
            <a:off x="444500" y="241300"/>
            <a:ext cx="11303000" cy="553999"/>
          </a:xfrm>
        </p:spPr>
        <p:txBody>
          <a:bodyPr/>
          <a:lstStyle>
            <a:lvl1pPr>
              <a:defRPr sz="3600">
                <a:solidFill>
                  <a:srgbClr val="EA650D"/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[Title]</a:t>
            </a:r>
          </a:p>
        </p:txBody>
      </p:sp>
      <p:sp>
        <p:nvSpPr>
          <p:cNvPr id="6" name="02_Frame text 4[PHJU] (JU-Free)">
            <a:extLst>
              <a:ext uri="{FF2B5EF4-FFF2-40B4-BE49-F238E27FC236}">
                <a16:creationId xmlns:a16="http://schemas.microsoft.com/office/drawing/2014/main" id="{CFB5ADDE-1A81-A681-B99F-ACBE1B42CF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4500" y="822325"/>
            <a:ext cx="11303000" cy="391516"/>
          </a:xfrm>
        </p:spPr>
        <p:txBody>
          <a:bodyPr/>
          <a:lstStyle>
            <a:lvl1pPr marL="0" indent="0">
              <a:buNone/>
              <a:defRPr sz="2400" b="1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2400" b="1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en-US" dirty="0"/>
              <a:t>[Subtitle]</a:t>
            </a:r>
          </a:p>
          <a:p>
            <a:pPr lvl="0"/>
            <a:r>
              <a:rPr lang="en-US" dirty="0"/>
              <a:t>JU-LEVEL1=Standard</a:t>
            </a:r>
          </a:p>
        </p:txBody>
      </p:sp>
      <p:sp>
        <p:nvSpPr>
          <p:cNvPr id="14" name="03_Slide Number Placeholder 3 (JU-Free)">
            <a:extLst>
              <a:ext uri="{FF2B5EF4-FFF2-40B4-BE49-F238E27FC236}">
                <a16:creationId xmlns:a16="http://schemas.microsoft.com/office/drawing/2014/main" id="{62149B05-52ED-0B7C-33B9-54F620E4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Instruction 04_Placeholder 6 (JU-Free)">
            <a:extLst>
              <a:ext uri="{FF2B5EF4-FFF2-40B4-BE49-F238E27FC236}">
                <a16:creationId xmlns:a16="http://schemas.microsoft.com/office/drawing/2014/main" id="{EE01645C-CAF0-88EB-4174-0CEA91A1C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-2362200" y="6072657"/>
            <a:ext cx="2070341" cy="542379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36000" tIns="36000" rIns="36000" bIns="36000" anchor="ctr" anchorCtr="0"/>
          <a:lstStyle>
            <a:lvl1pPr marL="0" indent="0">
              <a:buNone/>
              <a:defRPr sz="1400"/>
            </a:lvl1pPr>
            <a:lvl2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2pPr>
            <a:lvl3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3pPr>
            <a:lvl4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4pPr>
            <a:lvl5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5pPr>
            <a:lvl6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6pPr>
            <a:lvl7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7pPr>
            <a:lvl8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8pPr>
            <a:lvl9pPr marL="0" marR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GB" sz="1400" noProof="1"/>
              <a:t>Do not change the logo &amp;</a:t>
            </a:r>
            <a:br>
              <a:rPr lang="en-GB" sz="1400" noProof="1"/>
            </a:br>
            <a:r>
              <a:rPr lang="en-GB" sz="1400" noProof="1"/>
              <a:t>do not add other logos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3059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[Empt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_Slide Number Placeholder 1 (JU-Free)">
            <a:extLst>
              <a:ext uri="{FF2B5EF4-FFF2-40B4-BE49-F238E27FC236}">
                <a16:creationId xmlns:a16="http://schemas.microsoft.com/office/drawing/2014/main" id="{49BE7520-9D0B-3AAC-2DC5-E94817F2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036300" y="6248400"/>
            <a:ext cx="711200" cy="254000"/>
          </a:xfrm>
        </p:spPr>
        <p:txBody>
          <a:bodyPr/>
          <a:lstStyle>
            <a:lvl1pPr algn="r">
              <a:defRPr/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8124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Title Placeholder 1 (JU-Free)"/>
          <p:cNvSpPr>
            <a:spLocks noGrp="1"/>
          </p:cNvSpPr>
          <p:nvPr>
            <p:ph type="title"/>
          </p:nvPr>
        </p:nvSpPr>
        <p:spPr bwMode="gray">
          <a:xfrm>
            <a:off x="444500" y="241300"/>
            <a:ext cx="11303000" cy="5539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[</a:t>
            </a:r>
            <a:r>
              <a:rPr lang="en-GB" noProof="0"/>
              <a:t>Title</a:t>
            </a:r>
            <a:r>
              <a:rPr lang="en-GB"/>
              <a:t>]</a:t>
            </a:r>
            <a:endParaRPr lang="en-GB" dirty="0"/>
          </a:p>
        </p:txBody>
      </p:sp>
      <p:sp>
        <p:nvSpPr>
          <p:cNvPr id="3" name="02_Placeholder 2 (JU-Free)"/>
          <p:cNvSpPr>
            <a:spLocks noGrp="1"/>
          </p:cNvSpPr>
          <p:nvPr>
            <p:ph type="body" idx="1"/>
          </p:nvPr>
        </p:nvSpPr>
        <p:spPr bwMode="gray">
          <a:xfrm>
            <a:off x="444500" y="1498600"/>
            <a:ext cx="11303000" cy="339086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 dirty="0"/>
              <a:t>JU-LEVEL1=List bullet 1st level</a:t>
            </a:r>
          </a:p>
          <a:p>
            <a:pPr lvl="1"/>
            <a:r>
              <a:rPr lang="en-GB" dirty="0"/>
              <a:t>JU-LEVEL2=List bullet 2nd level</a:t>
            </a:r>
          </a:p>
          <a:p>
            <a:pPr lvl="2"/>
            <a:r>
              <a:rPr lang="en-GB" dirty="0"/>
              <a:t>JU-LEVEL3=List bullet 3rd level</a:t>
            </a:r>
          </a:p>
          <a:p>
            <a:pPr lvl="3"/>
            <a:r>
              <a:rPr lang="en-GB" dirty="0"/>
              <a:t>JU-LEVEL4=List number 1st level</a:t>
            </a:r>
          </a:p>
          <a:p>
            <a:pPr lvl="4"/>
            <a:r>
              <a:rPr lang="en-GB" dirty="0"/>
              <a:t>JU-LEVEL5=List number 2nd level</a:t>
            </a:r>
          </a:p>
          <a:p>
            <a:pPr lvl="5"/>
            <a:r>
              <a:rPr lang="en-GB" dirty="0"/>
              <a:t>JU-LEVEL6=List number 3rd level</a:t>
            </a:r>
          </a:p>
          <a:p>
            <a:pPr lvl="6"/>
            <a:r>
              <a:rPr lang="en-GB" dirty="0"/>
              <a:t>JU-LEVEL7=Body text</a:t>
            </a:r>
          </a:p>
          <a:p>
            <a:pPr lvl="7"/>
            <a:r>
              <a:rPr lang="en-GB" dirty="0"/>
              <a:t>JU-LEVEL8=</a:t>
            </a:r>
            <a:r>
              <a:rPr lang="en-GB" noProof="1"/>
              <a:t>Heading</a:t>
            </a:r>
            <a:endParaRPr lang="en-GB" dirty="0"/>
          </a:p>
          <a:p>
            <a:pPr lvl="8"/>
            <a:r>
              <a:rPr lang="en-GB" dirty="0"/>
              <a:t>JU-LEVEL9=Indent 1st level</a:t>
            </a:r>
          </a:p>
        </p:txBody>
      </p:sp>
      <p:sp>
        <p:nvSpPr>
          <p:cNvPr id="5" name="03_Footer Placeholder 3 (JU-Free)"/>
          <p:cNvSpPr>
            <a:spLocks noGrp="1"/>
          </p:cNvSpPr>
          <p:nvPr>
            <p:ph type="ftr" sz="quarter" idx="3"/>
          </p:nvPr>
        </p:nvSpPr>
        <p:spPr bwMode="gray">
          <a:xfrm>
            <a:off x="444500" y="6248400"/>
            <a:ext cx="63500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3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04_Date Placeholder 4 (JU-Free)"/>
          <p:cNvSpPr>
            <a:spLocks noGrp="1"/>
          </p:cNvSpPr>
          <p:nvPr>
            <p:ph type="dt" sz="half" idx="2"/>
          </p:nvPr>
        </p:nvSpPr>
        <p:spPr bwMode="gray">
          <a:xfrm>
            <a:off x="9720000" y="6248400"/>
            <a:ext cx="12600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05_Slide Number Placeholder 5 (JU-Free)"/>
          <p:cNvSpPr>
            <a:spLocks noGrp="1"/>
          </p:cNvSpPr>
          <p:nvPr>
            <p:ph type="sldNum" sz="quarter" idx="4"/>
          </p:nvPr>
        </p:nvSpPr>
        <p:spPr bwMode="gray">
          <a:xfrm>
            <a:off x="11036300" y="6248400"/>
            <a:ext cx="7112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8F18802B-E4C7-4B2D-B37A-6B7CC3C134EA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85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52" r:id="rId14"/>
    <p:sldLayoutId id="2147483850" r:id="rId15"/>
    <p:sldLayoutId id="214748385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2000"/>
        </a:lnSpc>
        <a:spcBef>
          <a:spcPts val="0"/>
        </a:spcBef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2000"/>
        </a:lnSpc>
        <a:spcBef>
          <a:spcPts val="0"/>
        </a:spcBef>
        <a:buFont typeface="Calibri" panose="020F050202020403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12000"/>
        </a:lnSpc>
        <a:spcBef>
          <a:spcPts val="0"/>
        </a:spcBef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216000" algn="l" defTabSz="914400" rtl="0" eaLnBrk="1" latinLnBrk="0" hangingPunct="1">
        <a:lnSpc>
          <a:spcPct val="112000"/>
        </a:lnSpc>
        <a:spcBef>
          <a:spcPts val="0"/>
        </a:spcBef>
        <a:buFont typeface="+mj-lt"/>
        <a:buAutoNum type="arabicPeriod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432000" indent="-216000" algn="l" defTabSz="914400" rtl="0" eaLnBrk="1" latinLnBrk="0" hangingPunct="1">
        <a:lnSpc>
          <a:spcPct val="112000"/>
        </a:lnSpc>
        <a:spcBef>
          <a:spcPts val="0"/>
        </a:spcBef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648000" indent="-216000" algn="l" defTabSz="914400" rtl="0" eaLnBrk="1" latinLnBrk="0" hangingPunct="1">
        <a:lnSpc>
          <a:spcPct val="112000"/>
        </a:lnSpc>
        <a:spcBef>
          <a:spcPts val="0"/>
        </a:spcBef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2000"/>
        </a:lnSpc>
        <a:spcBef>
          <a:spcPts val="2400"/>
        </a:spcBef>
        <a:spcAft>
          <a:spcPts val="24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Central Activities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RACI Matrix V2.3.1 — Filled-In · EBT · EET · DMO · BU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How to Read This Deck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for review, not a blank 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This deck contains the filled-in RACI matrix for all Databricks platform activities, mapped to the four organisational pillars: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EBT  —  Enterprise Business Technology  (DP + CoE + PA business-facing)</a:t>
            </a: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EET  —  Enterprise Enabling Technology  (Infra/UCP + EAM + ESB + PA infra-facing)</a:t>
            </a: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DMO —  Data Management Office  (governance, CIO level)</a:t>
            </a: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BU    —  Business Units  (domain ownership)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The values are derived from the detailed RACI V2/V2.1 (8-column model) and consolidated into this 4-pillar view.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Colour coding in the tables: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  • Orange text = R/A (single owner — responsible &amp; accountable)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  • Blue text = R or A (key involvement)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  • Grey text = C, I, or – (supporting or no role)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Use this as a starting point for discussion. Challenge any assignment that doesn't match your understanding.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RACI Legend &amp; Pillar Mapping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Quick reference for reading the tables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>
              <a:defRPr sz="1400" b="1">
                <a:solidFill>
                  <a:srgbClr val="EA650D"/>
                </a:solidFill>
                <a:latin typeface="Calibri"/>
              </a:defRPr>
            </a:pPr>
            <a:r>
              <a:t>RACI Legend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R  = Responsible — does the work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A  = Accountable — owns the outcome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R/A = Both responsible and accountable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C  = Consulted — two-way input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I  = Informed — one-way notification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  <a:r>
              <a:t>–  = No involvement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1">
                <a:solidFill>
                  <a:srgbClr val="EA650D"/>
                </a:solidFill>
                <a:latin typeface="Calibri"/>
              </a:defRPr>
            </a:pPr>
            <a:r>
              <a:t>Key rule: exactly one A per row.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algn="l">
              <a:defRPr sz="1400" b="1">
                <a:solidFill>
                  <a:srgbClr val="EA650D"/>
                </a:solidFill>
                <a:latin typeface="Calibri"/>
              </a:defRPr>
            </a:pPr>
            <a:r>
              <a:t>Pillar Mapping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EBT absorbs:</a:t>
            </a:r>
          </a:p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Data Platform (DP), CoE, Platform Admin</a:t>
            </a:r>
          </a:p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(business-facing functions)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EET absorbs:</a:t>
            </a:r>
          </a:p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Infra/UCP, EAM, ESB, Platform Admin</a:t>
            </a:r>
          </a:p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(infrastructure &amp; security functions)</a:t>
            </a:r>
          </a:p>
          <a:p>
            <a:pPr algn="l">
              <a:defRPr sz="1300" b="0">
                <a:solidFill>
                  <a:srgbClr val="414141"/>
                </a:solidFill>
                <a:latin typeface="Calibri"/>
              </a:defRPr>
            </a:pP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DMO = Data Management Office (CIO level)</a:t>
            </a:r>
          </a:p>
          <a:p>
            <a:pPr algn="l">
              <a:defRPr sz="1300" b="1">
                <a:solidFill>
                  <a:srgbClr val="414141"/>
                </a:solidFill>
                <a:latin typeface="Calibri"/>
              </a:defRPr>
            </a:pPr>
            <a:r>
              <a:t>BU = Business Units (domain ownership)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§1 · Platform &amp; Workspace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250256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Workspace provisioning (prod / non-prod) — technical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Workspace configuration — tenant config, bindings, policies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Catalog creation &amp; maintenance — technical (IaC)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Catalog structure — functional design (data domains, zones)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IAM — Workspace access &amp; group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IAM — Identity lifecycle (JML, IdP, SCIM)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IAM — Unity Catalog permissions &amp; data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IAM — Authorisation matrix &amp; directory group management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IAM — Service principal provisioning &amp;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RBAC — Initial catalog / schema role provisioning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RBAC — Ongoing role management (data stewards, owners)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RBAC → ABAC / PBAC transition — governance &amp; policy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Cluster policies — baseline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Cluster policies — BU customisation on top of 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Network configuration (VPC, private endpoints, network connectivity)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Cost controls &amp; FinOps — platform 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025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Cost optimisation — domain-level (FinOps)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</a:tr>
              <a:tr h="250272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Account-level administration (features, tokens)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§2 · Platform Reliability &amp;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33963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Platform monitoring &amp; alerting — cross-BU / platform-wide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Monitoring &amp; alerting — domain-specific jobs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Incident management — platform-wide 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Incident management — domain-specific incidents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Performance optimisation guidelines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Capacity planning (cross-BU)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Observability standards (logging, alerting patterns)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Enterprise observability pipeline — platform telemetry to SIEM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Domain-level observability — alerting &amp; dashboards (on platform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Platform-wide incident commander role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Production support routing (1st line for platform issues)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SLA management with business teams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963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Supplier contract management (Databricks)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§3 · Data Governance &amp; Catalog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Unity Catalog design — functional (data domain structure, zones, naming)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Unity Catalog administration — technical implementation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Data classification (PII, confidential, public)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Catalog ownership models — functional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Schema &amp; table ownership — domain stewardship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Data access policies &amp; entitlements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Data lineage &amp; audit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Retention &amp; deletion policies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Data Catalog ↔ Unity Catalog synchronisation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Metastore admin change requests (new catalogs, storage locations)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Data governance framework (overall)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§4 · MLOps &amp; Shared Engineering Standards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528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Standard MLOps patterns (CI/CD, model promotion, rollback)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MLflow tracking &amp; model registry governance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Feature store standards (naming, reuse, ownership)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Inference architecture patterns (batch, real-time)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Monitoring standards (drift, bias, performance)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Approved libraries, runtimes, base images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Code promotion support &amp; implementation quality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SDK development &amp; maintenance (bolt-on tooling)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§5 · Enablement, Adoption &amp; Guardrails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43226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Reference architectures &amp;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Golden notebooks / pipelines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Best-practice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Training &amp; onboarding paths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Community of practice (guilds, office 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New feature assessment (Databricks releases)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Champion network (per domain &amp; persona)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Use case acceleration / bootstrap engagements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Education &amp; certification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Migration assistance (existing projects → platform)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§6 · Privileged Roles &amp; Admin Functions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Databricks Account Admin (root privilege)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Unity Catalog Metastore 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Break-glass / emergency access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Privileged access review &amp; rotation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§7 · Security, Compliance &amp; IT Service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SIEM integration — platform &amp; inference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Vulnerability management &amp; TSCM — platform 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Vulnerability management — domain-specific workloads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AI Gateway — security policies (routing, content safety, PII redaction)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AI model risk register &amp; compliance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Configuration drift reconciliation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Security incident response — platform vs. domain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SECA documentation — platform &amp; domain workloads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IT controls — definition, attestation &amp; evidence (SOX, NIS2, DORA)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ServiceNow — CI registration &amp; change management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CMDB management — platform &amp; domain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Audit readiness &amp; regulatory reporting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§8 · Foundational Resources &amp;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Subscription provisioning &amp; topology (platform and BU subscriptions)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Network connectivity — NCC, private endpoints, cross-subscription links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AI Gateway provisioning &amp; route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Storage &amp; Key Vault provisioning (platform-managed)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Self-service resource provisioning (UCP / Crossplane claims)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Infrastructure-as-Code — platform module library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67"/>
          </p:nvPr>
        </p:nvSpPr>
        <p:spPr/>
        <p:txBody>
          <a:bodyPr/>
          <a:lstStyle/>
          <a:p>
            <a:r>
              <a:t>§9 · Resource Ownership &amp; Graduation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Pre-populated RACI — review and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6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1417320"/>
          <a:ext cx="11475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480"/>
                <a:gridCol w="1051560"/>
                <a:gridCol w="1051560"/>
                <a:gridCol w="1051560"/>
                <a:gridCol w="1051560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EET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DMO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>
                    <a:solidFill>
                      <a:srgbClr val="EA650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Resource classification — Core / Extension / User-managed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User-managed resources — BU provisioning &amp; operation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Architecture review for reusable patterns (graduation trigger)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Graduation to platform-managed — ownership handover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Platform-managed resources — SLA, lifecycle &amp; cost attribution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A650D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414141"/>
                          </a:solidFill>
                          <a:latin typeface="Calibri"/>
                        </a:defRPr>
                      </a:pPr>
                      <a:r>
                        <a:t>Boundary disputes — escalation &amp; resolution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5C8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orporate identity">
  <a:themeElements>
    <a:clrScheme name="Colors NN - PPT">
      <a:dk1>
        <a:sysClr val="windowText" lastClr="000000"/>
      </a:dk1>
      <a:lt1>
        <a:sysClr val="window" lastClr="FFFFFF"/>
      </a:lt1>
      <a:dk2>
        <a:srgbClr val="414141"/>
      </a:dk2>
      <a:lt2>
        <a:srgbClr val="FFFFFF"/>
      </a:lt2>
      <a:accent1>
        <a:srgbClr val="EA650D"/>
      </a:accent1>
      <a:accent2>
        <a:srgbClr val="EE7F00"/>
      </a:accent2>
      <a:accent3>
        <a:srgbClr val="E64415"/>
      </a:accent3>
      <a:accent4>
        <a:srgbClr val="CAC7C7"/>
      </a:accent4>
      <a:accent5>
        <a:srgbClr val="999999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s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NN_EN" id="{D7C4348F-6237-41F4-BC7F-DD0759BB8FF4}" vid="{0F0C83DD-1DBA-461A-AD14-4B8B180220B3}"/>
    </a:ext>
  </a:extLst>
</a:theme>
</file>

<file path=ppt/theme/theme2.xml><?xml version="1.0" encoding="utf-8"?>
<a:theme xmlns:a="http://schemas.openxmlformats.org/drawingml/2006/main" name="Kantoorthema">
  <a:themeElements>
    <a:clrScheme name="Notes colors">
      <a:dk1>
        <a:srgbClr val="000000"/>
      </a:dk1>
      <a:lt1>
        <a:srgbClr val="FFFFFF"/>
      </a:lt1>
      <a:dk2>
        <a:srgbClr val="414141"/>
      </a:dk2>
      <a:lt2>
        <a:srgbClr val="FFFFFF"/>
      </a:lt2>
      <a:accent1>
        <a:srgbClr val="EA650D"/>
      </a:accent1>
      <a:accent2>
        <a:srgbClr val="EE7F00"/>
      </a:accent2>
      <a:accent3>
        <a:srgbClr val="E64415"/>
      </a:accent3>
      <a:accent4>
        <a:srgbClr val="CAC7C7"/>
      </a:accent4>
      <a:accent5>
        <a:srgbClr val="999999"/>
      </a:accent5>
      <a:accent6>
        <a:srgbClr val="666666"/>
      </a:accent6>
      <a:hlink>
        <a:srgbClr val="000000"/>
      </a:hlink>
      <a:folHlink>
        <a:srgbClr val="000000"/>
      </a:folHlink>
    </a:clrScheme>
    <a:fontScheme name="Notes fonts">
      <a:majorFont>
        <a:latin typeface="Calibri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Handout colors">
      <a:dk1>
        <a:srgbClr val="000000"/>
      </a:dk1>
      <a:lt1>
        <a:srgbClr val="FFFFFF"/>
      </a:lt1>
      <a:dk2>
        <a:srgbClr val="414141"/>
      </a:dk2>
      <a:lt2>
        <a:srgbClr val="FFFFFF"/>
      </a:lt2>
      <a:accent1>
        <a:srgbClr val="EA650D"/>
      </a:accent1>
      <a:accent2>
        <a:srgbClr val="EE7F00"/>
      </a:accent2>
      <a:accent3>
        <a:srgbClr val="E64415"/>
      </a:accent3>
      <a:accent4>
        <a:srgbClr val="CAC7C7"/>
      </a:accent4>
      <a:accent5>
        <a:srgbClr val="999999"/>
      </a:accent5>
      <a:accent6>
        <a:srgbClr val="666666"/>
      </a:accent6>
      <a:hlink>
        <a:srgbClr val="000000"/>
      </a:hlink>
      <a:folHlink>
        <a:srgbClr val="000000"/>
      </a:folHlink>
    </a:clrScheme>
    <a:fontScheme name="Handout fonts">
      <a:majorFont>
        <a:latin typeface="Calibri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2245</TotalTime>
  <Words>123</Words>
  <Application>Microsoft Office PowerPoint</Application>
  <PresentationFormat>Breedbeeld</PresentationFormat>
  <Paragraphs>20</Paragraphs>
  <Slides>2</Slides>
  <Notes>2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5" baseType="lpstr">
      <vt:lpstr>Arial</vt:lpstr>
      <vt:lpstr>Calibri</vt:lpstr>
      <vt:lpstr>Corporate identity</vt:lpstr>
      <vt:lpstr>PowerPoint-presentatie</vt:lpstr>
      <vt:lpstr>List of available text styles</vt:lpstr>
    </vt:vector>
  </TitlesOfParts>
  <Manager/>
  <Company>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NN</dc:creator>
  <cp:keywords/>
  <dc:description>Template version 3.3b, 28 November 2025_x000d_
Development templates:_x000d_
www.JoulesUnlimited.com</dc:description>
  <cp:lastModifiedBy/>
  <cp:revision>264</cp:revision>
  <dcterms:created xsi:type="dcterms:W3CDTF">2020-10-22T07:38:25Z</dcterms:created>
  <dcterms:modified xsi:type="dcterms:W3CDTF">2025-11-28T08:56:09Z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ndTp">
    <vt:lpwstr>5</vt:lpwstr>
  </property>
  <property fmtid="{D5CDD505-2E9C-101B-9397-08002B2CF9AE}" pid="3" name="RndCrnr">
    <vt:lpwstr>3,3654</vt:lpwstr>
  </property>
</Properties>
</file>